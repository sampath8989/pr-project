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AgentDiag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Probabilistic root-cause attribution for multi-agent LLM traces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Fresh implementation and held-out evaluation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Who&amp;When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Results generated from agentdiag_v2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Problem and intended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Given a failed execution trace, identify the most likely responsible agent.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Return a probability for every candidate agent; all probabilities sum to 1.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Handle missing agent logs by marginalizing their evidence.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Track reliability through turns and test whether warnings arrive before the first faulty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Post-mortem diagnosis and early warning are evaluated separately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Data and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184 traces parsed; question IDs kept together across partitions.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Primary four-agent experiment: train 65, validation 13, test 13.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Training fits probabilities; validation selects features, calibration, and warning threshold.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The original BN was frozen before its test evaluation; later exploratory models inspected this test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The source benchmark contains failed traces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Trace JSON → validated agents and message order → evidence flags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Evidence → categorical culprit Bayesian network → custom Variable Elimination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Posterior → validation-fitted temperature scaling → root-cause distribution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Turn evidence → HMM filtering → early-warning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The network uses data-driven CPTs with smoothing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Inference and missing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A single categorical variable represents the culprit, so exactly one root cause is modeled.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Each agent contributes observable error, uncertainty, and correction signals.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Custom Variable Elimination marginalizes missing evidence.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Small-network results are cross-checked against full joint enumeration.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A missing log is never treated as a clean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Held-out attribution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Bayesian network: 5/13 correct (38.5%); Brier 0.689; ECE 0.146.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Position-prior baseline: 4/13 correct (30.8%); Brier 0.741; ECE 0.144.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Accuracy bootstrap interval: 15.4%–61.5%.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Small test set: competitive accuracy and superior calibration are not established.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No direct AgenTracer claim without a matched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Reliability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Held-out test set; point size indicates number of traces per bin</a:t>
            </a:r>
          </a:p>
        </p:txBody>
      </p:sp>
      <p:pic>
        <p:nvPicPr>
          <p:cNvPr id="4" name="Picture 3" descr="reliabil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0584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Missing evidence and temporal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Complete logs: 38.5% attribution accuracy.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One random missing agent: 46.2%; two missing agents: 30.8%.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HMM correct early warnings: 2/10 eligible traces.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HMM wrong-agent warning traces: 11/12.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Keyword baseline: 1/10 early; 6/12 wrong-agent warnings.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Missing-log results use the same validation-fitted 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New evidence-backed review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The true agent is in the BN's top-two shortlist for 10/13 four-agent test traces (76.9%).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Each packet shows ranked probabilities and excerpts with source-message indices.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Leave-one-agent-evidence-out sensitivity shows how the saved model reacts to that agent's evidence.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This supports human review; top-choice accuracy remains 5/13, and the ablation is not a causal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Phase 9: agentdiag_v2/artifacts/phase9_evidence_triage/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C2D40"/>
                </a:solidFill>
              </a:defRPr>
            </a:pPr>
            <a:r>
              <a:t>What is complete, and what remains unproven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Implemented: parsing, data-driven BN, hand-written VE, valid probabilities, missing-log inference, calibration evaluation, evidence review packets, HMM, and reproducible phase outputs.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Unproven: high top-choice accuracy, reliable early warning, publication-level novelty, and competitive results versus AgenTracer.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Multimodal performance is not claimed: no separate modality-specific test was run.</a:t>
            </a:r>
          </a:p>
          <a:p>
            <a:pPr>
              <a:spcAft>
                <a:spcPts val="900"/>
              </a:spcAft>
              <a:defRPr sz="1900" b="0">
                <a:solidFill>
                  <a:srgbClr val="1C2D40"/>
                </a:solidFill>
              </a:defRPr>
            </a:pPr>
            <a:r>
              <a:t>Use the measured results in this deck; improve evidence or add suitable labeled data before stronger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5C63"/>
                </a:solidFill>
              </a:defRPr>
            </a:pPr>
            <a:r>
              <a:t>Full evidence: agentdiag_v2/artifacts/phase8_final_report/Final_Report.md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